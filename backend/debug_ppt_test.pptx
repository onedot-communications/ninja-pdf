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61950"/>
            <a:ext cx="1312418" cy="34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>
                <a:solidFill>
                  <a:srgbClr val="0000FF"/>
                </a:solidFill>
                <a:latin typeface="Helvetica"/>
              </a:rP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